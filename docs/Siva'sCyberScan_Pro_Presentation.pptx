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F1B2D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F1B2D"/>
                </a:solidFill>
                <a:latin typeface="Arial"/>
              </a:rPr>
              <a:t>Risk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Levels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385-415B-9B92-3A4E895AE33B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385-415B-9B92-3A4E895AE33B}"/>
              </c:ext>
            </c:extLst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385-415B-9B92-3A4E895AE33B}"/>
              </c:ext>
            </c:extLst>
          </c:dPt>
          <c:dPt>
            <c:idx val="3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385-415B-9B92-3A4E895AE33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B2D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385-415B-9B92-3A4E895AE33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B2D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385-415B-9B92-3A4E895AE33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B2D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385-415B-9B92-3A4E895AE33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B2D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85-415B-9B92-3A4E895AE33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25</c:v>
                </c:pt>
                <c:pt idx="2">
                  <c:v>35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385-415B-9B92-3A4E895AE3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408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BFA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0BFA6">
              <a:alpha val="6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5486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Cybersecurity Risk Assessment System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200400" y="3063240"/>
            <a:ext cx="2743200" cy="27432"/>
          </a:xfrm>
          <a:prstGeom prst="rect">
            <a:avLst/>
          </a:prstGeom>
          <a:solidFill>
            <a:srgbClr val="00BFA6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3383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00400" y="3383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03520" y="3383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406640" y="3383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25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2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6596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cyber threats targeting organizations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0604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scanning is slow and error-prone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4612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centralized monitoring system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484632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4846320" y="1097280"/>
            <a:ext cx="3840480" cy="54864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37160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532120" y="1325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2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1965960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53212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vulnerability scanning</a:t>
            </a:r>
            <a:endParaRPr lang="en-US" sz="13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2606040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53212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and assess risk levels</a:t>
            </a:r>
            <a:endParaRPr lang="en-US" sz="13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3246120"/>
            <a:ext cx="228600" cy="2286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53212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real-time dashboard &amp; alerts</a:t>
            </a:r>
            <a:endParaRPr lang="en-US" sz="1300" dirty="0"/>
          </a:p>
        </p:txBody>
      </p:sp>
      <p:sp>
        <p:nvSpPr>
          <p:cNvPr id="24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5" name="Text 15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36576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914400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00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63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Security Solution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17320" y="1828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platform combining multiple security tools into one unified system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6974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60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 + Analysis + Visualization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417320" y="29260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automated scanning with intelligent analysis and intuitive visual reporting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457200" y="3566160"/>
            <a:ext cx="54864" cy="914400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7947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657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Insights, Alerts &amp; Reports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41732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actionable insights, real-time alerts, and detailed PDF reports for stakeholders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0" name="Text 15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45720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371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188720"/>
            <a:ext cx="2560320" cy="457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3716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9184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188720"/>
            <a:ext cx="2560320" cy="45720"/>
          </a:xfrm>
          <a:prstGeom prst="rect">
            <a:avLst/>
          </a:prstGeom>
          <a:solidFill>
            <a:srgbClr val="00968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37160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2648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457200" y="29260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2926080"/>
            <a:ext cx="2560320" cy="45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31089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5720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3291840" y="29260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91840" y="292608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310896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29184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29184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VirusTotal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6126480" y="29260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26480" y="2926080"/>
            <a:ext cx="2560320" cy="45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3108960"/>
            <a:ext cx="502920" cy="5029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12648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12648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1600" dirty="0"/>
          </a:p>
        </p:txBody>
      </p:sp>
      <p:sp>
        <p:nvSpPr>
          <p:cNvPr id="34" name="Shape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5" name="Text 27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146304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1298448"/>
            <a:ext cx="274320" cy="274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0" y="1097280"/>
            <a:ext cx="146304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0" y="1097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298448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749040" y="1097280"/>
            <a:ext cx="146304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749040" y="1097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298448"/>
            <a:ext cx="274320" cy="2743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86400" y="1097280"/>
            <a:ext cx="146304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86400" y="1097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298448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223760" y="1097280"/>
            <a:ext cx="1463040" cy="731520"/>
          </a:xfrm>
          <a:prstGeom prst="rect">
            <a:avLst/>
          </a:prstGeom>
          <a:solidFill>
            <a:srgbClr val="00BFA6"/>
          </a:solidFill>
          <a:ln w="12700">
            <a:solidFill>
              <a:srgbClr val="4DD0B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223760" y="1097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217920" y="1828800"/>
            <a:ext cx="0" cy="457200"/>
          </a:xfrm>
          <a:prstGeom prst="line">
            <a:avLst/>
          </a:prstGeom>
          <a:noFill/>
          <a:ln w="25400">
            <a:solidFill>
              <a:srgbClr val="00BFA6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645920" y="2560320"/>
            <a:ext cx="146304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00BFA6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840" y="260604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45920" y="2971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UI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3749040" y="2560320"/>
            <a:ext cx="146304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00BFA6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2606040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749040" y="2971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Alerts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5852160" y="2560320"/>
            <a:ext cx="146304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00BFA6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2606040"/>
            <a:ext cx="320040" cy="32004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852160" y="2971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Reports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2377440" y="2286000"/>
            <a:ext cx="3840480" cy="0"/>
          </a:xfrm>
          <a:prstGeom prst="line">
            <a:avLst/>
          </a:prstGeom>
          <a:noFill/>
          <a:ln w="12700">
            <a:solidFill>
              <a:srgbClr val="00BFA6"/>
            </a:solidFill>
            <a:prstDash val="dash"/>
          </a:ln>
        </p:spPr>
      </p:sp>
      <p:sp>
        <p:nvSpPr>
          <p:cNvPr id="29" name="Shape 20"/>
          <p:cNvSpPr/>
          <p:nvPr/>
        </p:nvSpPr>
        <p:spPr>
          <a:xfrm>
            <a:off x="2377440" y="2286000"/>
            <a:ext cx="0" cy="274320"/>
          </a:xfrm>
          <a:prstGeom prst="line">
            <a:avLst/>
          </a:prstGeom>
          <a:noFill/>
          <a:ln w="12700">
            <a:solidFill>
              <a:srgbClr val="00BFA6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4480560" y="2286000"/>
            <a:ext cx="0" cy="274320"/>
          </a:xfrm>
          <a:prstGeom prst="line">
            <a:avLst/>
          </a:prstGeom>
          <a:noFill/>
          <a:ln w="12700">
            <a:solidFill>
              <a:srgbClr val="00BFA6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6217920" y="2286000"/>
            <a:ext cx="0" cy="274320"/>
          </a:xfrm>
          <a:prstGeom prst="line">
            <a:avLst/>
          </a:prstGeom>
          <a:noFill/>
          <a:ln w="12700">
            <a:solidFill>
              <a:srgbClr val="00BFA6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3200400" y="3749040"/>
            <a:ext cx="2743200" cy="731520"/>
          </a:xfrm>
          <a:prstGeom prst="rect">
            <a:avLst/>
          </a:prstGeom>
          <a:solidFill>
            <a:srgbClr val="00BFA6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3840480"/>
            <a:ext cx="411480" cy="4114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840480" y="3749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VirusTotal API Integration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4480560" y="3383280"/>
            <a:ext cx="0" cy="365760"/>
          </a:xfrm>
          <a:prstGeom prst="line">
            <a:avLst/>
          </a:prstGeom>
          <a:noFill/>
          <a:ln w="19050">
            <a:solidFill>
              <a:srgbClr val="4DD0B8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7" name="Text 27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enters target IP/Domain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325880"/>
            <a:ext cx="457200" cy="45720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11" name="Text 8"/>
          <p:cNvSpPr/>
          <p:nvPr/>
        </p:nvSpPr>
        <p:spPr>
          <a:xfrm>
            <a:off x="34290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3258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performs Nmap scan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325880"/>
            <a:ext cx="457200" cy="45720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16" name="Text 12"/>
          <p:cNvSpPr/>
          <p:nvPr/>
        </p:nvSpPr>
        <p:spPr>
          <a:xfrm>
            <a:off x="62636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3258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processed &amp; normalized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29260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21" name="Text 16"/>
          <p:cNvSpPr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30632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9436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is calculated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3291840" y="29260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3063240"/>
            <a:ext cx="457200" cy="45720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26" name="Text 20"/>
          <p:cNvSpPr/>
          <p:nvPr/>
        </p:nvSpPr>
        <p:spPr>
          <a:xfrm>
            <a:off x="34290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306324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42900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displayed in dashboard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126480" y="29260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63640" y="3063240"/>
            <a:ext cx="457200" cy="45720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1" name="Text 24"/>
          <p:cNvSpPr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306324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26364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&amp; reports generated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5" name="Text 27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141732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BFA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Scanning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vulnerability detection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097280"/>
            <a:ext cx="2560320" cy="141732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BFA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12344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29184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to Critical classification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1097280"/>
            <a:ext cx="2560320" cy="141732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BFA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2344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12648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charts &amp; analytics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2788920"/>
            <a:ext cx="2560320" cy="141732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BFA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29260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720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Geo-IP Mapping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5720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threat visualization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91840" y="2788920"/>
            <a:ext cx="2560320" cy="141732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BFA6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1960" y="292608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29184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Alerts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29184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notifications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126480" y="2788920"/>
            <a:ext cx="2560320" cy="141732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BFA6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292608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12648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Report Export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12648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report generation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9" name="Text 21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1965960" cy="457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Performed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051560"/>
            <a:ext cx="196596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 Detected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05156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051560"/>
            <a:ext cx="19659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1772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Response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05156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05156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57200" y="2377440"/>
          <a:ext cx="36576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377440"/>
          <a:ext cx="4114800" cy="12192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192.168.1.1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92/100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10.0.0.5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78/100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example.com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45/100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api.test.io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12/100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457200" y="452628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Add your app screenshot here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4" name="Text 20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258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2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024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&amp; fully automated scanning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56032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Easy-to-use interface (Streamlit)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0040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insights &amp; visualization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4846320" y="109728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132588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57784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1920240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53212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network speed</a:t>
            </a:r>
            <a:endParaRPr lang="en-US" sz="13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2560320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53212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API keys for VirusTotal</a:t>
            </a:r>
            <a:endParaRPr lang="en-US" sz="13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3200400"/>
            <a:ext cx="228600" cy="2286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53212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deep scanning capabilities</a:t>
            </a:r>
            <a:endParaRPr lang="en-US" sz="1300" dirty="0"/>
          </a:p>
        </p:txBody>
      </p:sp>
      <p:sp>
        <p:nvSpPr>
          <p:cNvPr id="24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5" name="Text 15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1887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 improves cybersecurity monitoring with automation and visualization, enabling organizations to detect, analyze, and respond to threats efficiently.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017520"/>
            <a:ext cx="2560320" cy="45720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15468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Threat Prediction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models to predict and prevent attacks before they occur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91840" y="30175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3017520"/>
            <a:ext cx="2560320" cy="45720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15468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9184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Attack Tracking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42900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and visualization of ongoing cyber attacks globally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26480" y="30175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26480" y="3017520"/>
            <a:ext cx="2560320" cy="45720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315468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2648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6364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cloud infrastructure for enterprise-level deployment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5" name="Text 20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828800"/>
            <a:ext cx="3657600" cy="3657600"/>
          </a:xfrm>
          <a:prstGeom prst="ellipse">
            <a:avLst/>
          </a:prstGeom>
          <a:solidFill>
            <a:srgbClr val="00BFA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0BFA6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2286000"/>
            <a:ext cx="3200400" cy="3200400"/>
          </a:xfrm>
          <a:prstGeom prst="ellipse">
            <a:avLst/>
          </a:prstGeom>
          <a:solidFill>
            <a:srgbClr val="00BFA6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7315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🙏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3657600" y="2743200"/>
            <a:ext cx="1828800" cy="36576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3017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B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7490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52044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free to ask!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Pro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386</Words>
  <Application>Microsoft Office PowerPoint</Application>
  <PresentationFormat>On-screen Show (16:9)</PresentationFormat>
  <Paragraphs>151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CyberScan Pro - Advanced Cybersecurity Risk Assessment</dc:title>
  <dc:subject>PptxGenJS Presentation</dc:subject>
  <dc:creator>CyberScan Pro</dc:creator>
  <cp:lastModifiedBy>sivanandiniarrulmaariappan@gmail.com</cp:lastModifiedBy>
  <cp:revision>2</cp:revision>
  <dcterms:created xsi:type="dcterms:W3CDTF">2026-03-28T04:30:05Z</dcterms:created>
  <dcterms:modified xsi:type="dcterms:W3CDTF">2026-03-28T04:33:43Z</dcterms:modified>
</cp:coreProperties>
</file>
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F1B2D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F1B2D"/>
                </a:solidFill>
                <a:latin typeface="Arial"/>
              </a:rPr>
              <a:t>Risk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85-415B-9B92-3A4E895AE33B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85-415B-9B92-3A4E895AE33B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85-415B-9B92-3A4E895AE33B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85-415B-9B92-3A4E895AE3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85-415B-9B92-3A4E895AE3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85-415B-9B92-3A4E895AE3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85-415B-9B92-3A4E895AE3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85-415B-9B92-3A4E895AE3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35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85-415B-9B92-3A4E895AE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4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BF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FA6">
              <a:alpha val="6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Cybersecurity Risk Assessment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00BFA6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0664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659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cyber threats targeting organizations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0604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scanning is slow and error-prone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monitoring system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3716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3212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96596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321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vulnerability scanning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60604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3212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and assess risk levels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24612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dashboard &amp; alerts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15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Security Solution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828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platform combining multiple security tools into one unified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+ Analysis + Visualization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1732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automated scanning with intelligent analysis and intuitive visual reporting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94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Insights, Alerts &amp; Reports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1732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actionable insights, real-time alerts, and detailed PDF reports for stakeholders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9184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560320" cy="45720"/>
          </a:xfrm>
          <a:prstGeom prst="rect">
            <a:avLst/>
          </a:prstGeom>
          <a:solidFill>
            <a:srgbClr val="0096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3716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2648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9260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108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292608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1089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9184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918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2608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10896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2648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264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298448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98448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4904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4904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298448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298448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23760" y="1097280"/>
            <a:ext cx="1463040" cy="731520"/>
          </a:xfrm>
          <a:prstGeom prst="rect">
            <a:avLst/>
          </a:prstGeom>
          <a:solidFill>
            <a:srgbClr val="00BFA6"/>
          </a:solidFill>
          <a:ln w="12700">
            <a:solidFill>
              <a:srgbClr val="4DD0B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22376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217920" y="1828800"/>
            <a:ext cx="0" cy="457200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645920" y="2560320"/>
            <a:ext cx="14630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26060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4592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749040" y="2560320"/>
            <a:ext cx="14630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60604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4904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852160" y="2560320"/>
            <a:ext cx="14630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60604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85216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Reports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2377440" y="2286000"/>
            <a:ext cx="3840480" cy="0"/>
          </a:xfrm>
          <a:prstGeom prst="line">
            <a:avLst/>
          </a:prstGeom>
          <a:noFill/>
          <a:ln w="12700">
            <a:solidFill>
              <a:srgbClr val="00BFA6"/>
            </a:solidFill>
            <a:prstDash val="dash"/>
          </a:ln>
        </p:spPr>
      </p:sp>
      <p:sp>
        <p:nvSpPr>
          <p:cNvPr id="29" name="Shape 20"/>
          <p:cNvSpPr/>
          <p:nvPr/>
        </p:nvSpPr>
        <p:spPr>
          <a:xfrm>
            <a:off x="2377440" y="2286000"/>
            <a:ext cx="0" cy="274320"/>
          </a:xfrm>
          <a:prstGeom prst="line">
            <a:avLst/>
          </a:prstGeom>
          <a:noFill/>
          <a:ln w="12700">
            <a:solidFill>
              <a:srgbClr val="00BFA6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4480560" y="2286000"/>
            <a:ext cx="0" cy="274320"/>
          </a:xfrm>
          <a:prstGeom prst="line">
            <a:avLst/>
          </a:prstGeom>
          <a:noFill/>
          <a:ln w="12700">
            <a:solidFill>
              <a:srgbClr val="00BFA6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217920" y="2286000"/>
            <a:ext cx="0" cy="274320"/>
          </a:xfrm>
          <a:prstGeom prst="line">
            <a:avLst/>
          </a:prstGeom>
          <a:noFill/>
          <a:ln w="12700">
            <a:solidFill>
              <a:srgbClr val="00BFA6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3200400" y="3749040"/>
            <a:ext cx="2743200" cy="731520"/>
          </a:xfrm>
          <a:prstGeom prst="rect">
            <a:avLst/>
          </a:prstGeom>
          <a:solidFill>
            <a:srgbClr val="00BFA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840480"/>
            <a:ext cx="411480" cy="411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84048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 API Integration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480560" y="3383280"/>
            <a:ext cx="0" cy="365760"/>
          </a:xfrm>
          <a:prstGeom prst="line">
            <a:avLst/>
          </a:prstGeom>
          <a:noFill/>
          <a:ln w="19050">
            <a:solidFill>
              <a:srgbClr val="4DD0B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7" name="Text 27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target IP/Domain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performs Nmap scan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6" name="Text 12"/>
          <p:cNvSpPr/>
          <p:nvPr/>
        </p:nvSpPr>
        <p:spPr>
          <a:xfrm>
            <a:off x="62636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25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processed &amp; normalized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1" name="Text 16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0632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436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is calculated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6" name="Text 20"/>
          <p:cNvSpPr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0632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290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displayed in dashboard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1" name="Text 24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06324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6364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reports generated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Scanning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vulnerability detection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to Critical classification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charts &amp; analytics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78892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2926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Geo-IP Mapping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threat visualization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278892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2926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9184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notifications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278892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29260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264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Export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report generation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1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96596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Performed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19659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Detected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5156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" y="237744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377440"/>
          <a:ext cx="4114800" cy="1219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example.com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api.test.io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45262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02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fully automated scanning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5603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Easy-to-use interface (Streamlit)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insights &amp; visualization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32588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7784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192024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3212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network speed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56032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3212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API keys for VirusTotal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20040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deep scanning capabilities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15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 improves cybersecurity monitoring with automation and visualization, enabling organizations to detect, analyze, and respond to threats efficiently.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1546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Threat Prediction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to predict and prevent attacks before they occur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1546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Attack Tracking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290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visualization of ongoing cyber attacks globally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30175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1546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cloud infrastructure for enterprise-level deployment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3657600" cy="3657600"/>
          </a:xfrm>
          <a:prstGeom prst="ellipse">
            <a:avLst/>
          </a:prstGeom>
          <a:solidFill>
            <a:srgbClr val="00BF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BFA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0BFA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731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749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204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free to ask!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CyberScan Pro - Advanced Cybersecurity Risk Assessment</dc:title>
  <dc:subject>PptxGenJS Presentation</dc:subject>
  <dc:creator>CyberScan Pro</dc:creator>
  <cp:lastModifiedBy>sivanandiniarrulmaariappan@gmail.com</cp:lastModifiedBy>
  <cp:revision>3</cp:revision>
  <dcterms:created xsi:type="dcterms:W3CDTF">2026-03-28T04:30:05Z</dcterms:created>
  <dcterms:modified xsi:type="dcterms:W3CDTF">2026-03-29T11:10:13Z</dcterms:modified>
</cp:coreProperties>
</file>